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4630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REVIEW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Crop Shift Mitigation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5D5B2"/>
                </a:solidFill>
              </a:rPr>
              <a:t>Web Platform for Promoting Oilseed Farming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5D5B2"/>
                </a:solidFill>
              </a:rPr>
              <a:t>Gangadhara  |  20221CSD0110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5D5B2"/>
                </a:solidFill>
              </a:rPr>
              <a:t>Chandan Kumar HH  |  20221CSD0109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5D5B2"/>
                </a:solidFill>
              </a:rPr>
              <a:t>Navyashree E  |  20221CSD0154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Batch: CSD_14  |  B.Tech – CSE (Data Science)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9260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Under the Supervision of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Ms. Radha 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Assistant Professor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Dept. of CSE, Presidency University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C46A"/>
                </a:solidFill>
              </a:rPr>
              <a:t>SIH Problem: #SIH25273  |  Ministry of Agriculture &amp; Farmers Welfare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Presidency University  |  School of CSE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Review 4 –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572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Problem Statement &amp;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Dataset &amp; Feature Details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328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Model – Random Forest (Training &amp; Testing)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867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Input / Output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Results &amp; Performance Metrics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984248"/>
            <a:ext cx="4114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Implementation Screenshots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642616"/>
            <a:ext cx="4114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GitHub &amp; Timeline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300984"/>
            <a:ext cx="4114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328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Conclusion &amp; Future Work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959352"/>
            <a:ext cx="4114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39867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Why This Project?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548640"/>
            <a:ext cx="2286000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548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</a:rPr>
              <a:t>SIH Problem #SIH25273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Core Issue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India imports ~56% of its edible oil needs. Domestic oilseed production is critically low due to farmer reluctance to shift from traditional crops.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Farmer Challenges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66420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Uncertain profitability, price volatility, lack of market linkage, and limited awareness of government schemes (NMEO-OS) prevent crop shift.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Gap in Existing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66420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Apps like AgroStar focus on general advisory. No tool provides combined yield prediction + profit simulation + scheme access for oilseed transition.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Organisation: Ministry of Agriculture &amp; Farmers Welfare  |  Category: Software  |  Goal: Build a digital decision-support platform for oilseed farming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Key Gaps: (1) No crop-shift economics tool  (2) Weak procurement support  (3) No real-time profitability simulation for oilseed farmers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What This System Achieves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Yield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Use Random Forest to predict crop yield for oilseeds based on farmer-provided environmental parameters.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Profit Simulation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Calculate estimated production &amp; market value — helping farmers compare crops economically before sowing.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Crop Recommendation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Recommend the best oilseed crop (Sunflower, Rapeseed, Gram, Cotton Seed) for the given season and land.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Scheme Awareness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Inform farmers about government schemes (NMEO-OS) and subsidies to reduce adoption risk.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83464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Future Forecasting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Support prediction for 2026 and 2027 based on patterns learned from 2020–2025 historical data.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34640"/>
            <a:ext cx="4114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Accessible Interface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Web-based UI that is simple enough for non-technical users — farmers can operate without expert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System Architecture &amp;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600200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User Input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Farmer enters: Year, District, Season, Area, Temp, Rainfall, Irrigation, Soil 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6459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84832" y="1234440"/>
            <a:ext cx="160020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Preprocessing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57984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SimpleImputer → fills missing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OneHotEncoder → encodes categorical fields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Pipeline → unified flow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85032" y="16459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03904" y="1234440"/>
            <a:ext cx="160020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Model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77056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Random Forest Regressor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Predicts Yield (Kg/Hectare)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Predicts Market Price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04104" y="16459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22976" y="1234440"/>
            <a:ext cx="160020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Decision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96128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Estimates Production &amp; Total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Compares all valid crops for the season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23176" y="16459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42048" y="1234440"/>
            <a:ext cx="1600200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Recommendation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Displays ranked crop results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Highlights BEST crop recommendation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00400"/>
            <a:ext cx="1600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Frontend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React.js / HTML-CSS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84832" y="320040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84832" y="3200400"/>
            <a:ext cx="16002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Backend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57984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Python (Flask/Django)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03904" y="320040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03904" y="3200400"/>
            <a:ext cx="16002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7056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ML Model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77056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Scikit-learn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22976" y="320040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22976" y="3200400"/>
            <a:ext cx="16002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Database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96128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CSV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(78 rows, 13 cols)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42048" y="320040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42048" y="3200400"/>
            <a:ext cx="1600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Encoding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OneHotEncoder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SimpleImputer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Dataset &amp; Feature Information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</a:rPr>
              <a:t>78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Total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19202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</a:rPr>
              <a:t>13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Crop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188720"/>
            <a:ext cx="19202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</a:rPr>
              <a:t>2020–25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1228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Year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77440"/>
            <a:ext cx="40233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Input Features (9)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880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Year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1272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Crop_Name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374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District_Name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210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Season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679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Area_Hectares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Temperature_Celsius_Avg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616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Rainfall_MM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6085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Irrigation_Requirement_MM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8554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Soil_Type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377440"/>
            <a:ext cx="41148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Target Variables (Predicted)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→  Yield_Kg_Per_Hectare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→  Market_p (Price per Tonne)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703320"/>
            <a:ext cx="4114800" cy="7315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Excluded Feature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06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✗  Production_Tonnes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Reason: Directly derived from Area × Yield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→ would cause data leakage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192024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Sunflower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14600" y="4800600"/>
            <a:ext cx="192024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Cotton Seed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800600"/>
            <a:ext cx="192024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4800600"/>
            <a:ext cx="192024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Rape Seed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ML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</a:rPr>
              <a:t>Random Forest Regressor – How It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6400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8404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Why Random Forest?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Works well on small datasets (78 rows)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Handles non-linear agricultural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Supports mixed data types (numerical + categorical)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Ensemble method – reduces overfitting vs single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Stable &amp; reliable predictions across varied inputs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Easier to interpret &amp; explain vs Deep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143000"/>
            <a:ext cx="4389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43000"/>
            <a:ext cx="4389120" cy="7315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Why NOT Deep Learning (DNN)?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Dataset has only 78 rows — too small for DNN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Deep learning needs thousands of samples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Risk of overfitting with small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606040"/>
            <a:ext cx="438912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</a:rPr>
              <a:t>Model Configuration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n_estimators=200  |  max_depth=8  |  random_state=42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29000"/>
            <a:ext cx="8412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Preprocessing Pipeline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3931920"/>
            <a:ext cx="192024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950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SimpleImputer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Fills any missing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values (median/mode)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06040" y="3931920"/>
            <a:ext cx="192024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3950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OneHotEncoder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79192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Encodes District,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Season, Soil, Crop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09160" y="3931920"/>
            <a:ext cx="192024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3950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ColumnTransformer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82312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Separates numeric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vs categorical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29400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12280" y="3931920"/>
            <a:ext cx="192024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85432" y="3950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5432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Combines preproc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RF model in one flow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TRAINING &amp;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</a:rPr>
              <a:t>Model Training &amp; Evaluation Details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6400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Training 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Load dataset (oil_seeds_punjab_agricultural_data.csv)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Separate numerical &amp; categorical features dynamically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Apply ColumnTransformer (imputer + encoder)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4.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Train RF Regressor for Yield_Kg_Per_Hectare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5.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Train separate RF Regressor for Market_p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6.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Both models trained on full historical data (2020–2025)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7.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Predictions made for all valid crops in selected season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88720"/>
            <a:ext cx="41148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691640"/>
            <a:ext cx="594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91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Mean Absolute 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1911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Average of |predicted − actual| values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286000"/>
            <a:ext cx="594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304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Root Mean Square Error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505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√(1/N × Σ(Yi − Ŷi)²) — penalizes larger errors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880360"/>
            <a:ext cx="594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880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898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Coefficient of Determination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3099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Proportion of variance explained by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</a:rPr>
              <a:t>Prediction Computation Formula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Estimated Production (Tonnes) = Predicted_Yield × Area_Hectares ÷ 1000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325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Estimated Total Value = Estimated_Production × Predicted_Market_Price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81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Best Crop = Crop with HIGHEST Estimated_Value (tie-broken by Yield)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INPUT /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System Input &amp; Output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— Farmer Provides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Year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2020–2025 or 2026/2027 (future)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84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District 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002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Select from available districts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Season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22494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Kharif / Rabi / Zaid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78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Area (Hectares)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496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Float — land area to cultivate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24912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24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Avg Temperature (°C)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Float — expected temperature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71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Rainfall (mm)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Float — rainfall amount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Irrigation Req. (mm)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45920" y="3236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Float — irrigation need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65576"/>
            <a:ext cx="1097280" cy="2011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65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Soil 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3483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Alluvial / Loamy / Sandy / Clay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2560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</a:rPr>
              <a:t>→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475488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— System Shows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173736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Predicted Yield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1938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Kg per Hectare for each crop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05740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Predicted Market Price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258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Price per tonne (estimated)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37744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Estimated Production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2578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Tonnes = Yield × Area ÷ 1000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269748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Estimated Total Value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28986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Production × Market Price (₹)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01752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Ranked Crop Table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66360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All valid crops sorted by value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3337560"/>
            <a:ext cx="228600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Best Recommendation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66360" y="3538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Crop with highest expected benefit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749040"/>
            <a:ext cx="402336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Example: Best Crop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92040" y="4096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Crop: Sunflower  |  Yield: 1,450 Kg/Ha  |  Price: ₹4,200  |  Est. Value: ₹6,09,000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System Results &amp;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</a:rPr>
              <a:t>Test Case: 5 Acres | Alluvial Soil | Rainfed | Kharif Season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19456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463040"/>
                <a:gridCol w="1097280"/>
                <a:gridCol w="146304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Predicted Yield (Kg/Ha)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Net Profit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Cotton Seed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1,820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7,98,742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B788"/>
                          </a:solidFill>
                        </a:rPr>
                        <a:t>7,43,742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121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Paddy (Ref)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1,520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6,36,761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5,61,761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</a:rPr>
                        <a:t>Safe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Sunflower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1,450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5,42,000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4,94,000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9C46A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Rapeseed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1,380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4,85,000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4,43,000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7947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Cotton Seed yields 32% higher net profit than traditional paddy cultivation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Oilseed crops show competitive returns under favorable Kharif conditions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6085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System risk classification empowers farmers to balance profit vs stability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Combining yield prediction + profit analysis gives more actionable insights than yield alone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System Modules &amp;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325880"/>
            <a:ext cx="2743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Crop Profit Simulator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Farmer enters land details → System shows yield &amp; profit prediction for all crops in season. Results displayed as cards with risk labels.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325880"/>
            <a:ext cx="27432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Market Prices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Displays current and historical market prices for oilseed crops by district. Helps farmers plan timing of sale.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1325880"/>
            <a:ext cx="27432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Government Schemes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783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Lists NMEO-OS and other relevant subsidies and financial support programs available for oilseed farmers.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08960"/>
            <a:ext cx="27432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Best Crop Recommendation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Final output showing the top-ranked crop with yield, price, production, and value metrics. Clearly labeled as the recommended option.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3108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310896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3246120"/>
            <a:ext cx="2743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55848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Comparison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55848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Visual comparison of multiple crops using charts — Revenue, Cost, and Net Profit displayed side-by-side for easy decision making.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108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108960"/>
            <a:ext cx="27432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0" y="3246120"/>
            <a:ext cx="27432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Future Prediction (2026–27)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36208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Allows input of future years. Model extrapolates from 2020–2025 patterns. Results shown as planning estimates, not guarantees.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GITHUB &amp;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Repository &amp; Project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</a:rPr>
              <a:t>Repo: Crop-Shift-Mitigation-Web-Portal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261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https://github.com/Gangadhara2829/Crop-Shift-Mitigation-Web-Portal.git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2377440"/>
            <a:ext cx="118872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16002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Research &amp;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</a:rPr>
              <a:t>Problem analysis, literature review, SIH problem understanding, tech stack selection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</a:rPr>
              <a:t>Nov–Dec 2024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85032" y="2377440"/>
            <a:ext cx="118872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2240280"/>
            <a:ext cx="16002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84832" y="260604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Data &amp;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57984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</a:rPr>
              <a:t>Dataset collection, preprocessing, Random Forest training for yield &amp; price prediction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57984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</a:rPr>
              <a:t>Jan 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04104" y="2377440"/>
            <a:ext cx="118872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03904" y="2240280"/>
            <a:ext cx="16002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03904" y="260604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77056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Backend Dev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77056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</a:rPr>
              <a:t>Flask/Django API setup, ML model integration, prediction endpoints, data pipeline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77056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</a:rPr>
              <a:t>Feb 2025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23176" y="2377440"/>
            <a:ext cx="118872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22976" y="2240280"/>
            <a:ext cx="16002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22976" y="260604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Frontend Dev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96128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</a:rPr>
              <a:t>React.js web UI, Crop Profit Simulator, schemes module, results dashboard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96128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</a:rPr>
              <a:t>Mar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42048" y="2240280"/>
            <a:ext cx="1600200" cy="320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2048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Phase 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60604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Testing &amp; Review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</a:rPr>
              <a:t>End-to-end testing, viva preparation, documentation, paper writing &amp; submission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0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</a:rPr>
              <a:t>Apr 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Our system successfully combines Random Forest prediction with economic analysis to recommend the most profitable oilseed crop for a farmer's specific land and climate conditions. It bridges the gap between raw yield prediction and actionable farming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48840"/>
            <a:ext cx="40233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Strengths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Simple, reliable, and explainable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Suitable for small agricultural datasets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Farmer-friendly interface with no technical expertise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Supports future year predictions (2026–2027)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Integrated with government scheme information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14884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48840"/>
            <a:ext cx="4206240" cy="7315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Dataset is small (78 rows)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Future predictions rely only on historical patterns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163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Market price may fluctuate with real-world factors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No real-time weather/mandi API integration yet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Real-time IMD/mandi price API integration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Mobile app (Android/iOS)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IoT sensor data for soil &amp; weather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599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Regional language support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599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Pest detection &amp; fertilizer recommendation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B788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Ministry of Agriculture &amp; Farmers Welfare, Government of India, "Agricultural Statistics and Reports," 2023.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824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S. Khaki and L. Wang, "Crop Yield Prediction Using Deep Neural Networks," IEEE Access, vol. 7, pp. 123456–123465, 2019.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39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1579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R. Pudumalar, E. Ramanujam et al., "Crop Recommendation System for Precision Agriculture," IEEE International Conference, 2017.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633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P. C. Padhan, "Oilseed Production Analysis in India: Trends and Challenges," Journal of Agricultural Economics, 2019.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Smart India Hackathon, "Problem Statement SIH25273 – Agriculture Innovation," Government of India.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J. R. Quinlan, "Induction of Decision Trees," Machine Learning Journal, vol. 1, no. 1, pp. 81–106, 1986.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05993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L. Breiman, "Random Forests," Machine Learning Journal, vol. 45, no. 1, pp. 5–32, 2001.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517136"/>
            <a:ext cx="32004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17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53542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I. Goodfellow, Y. Bengio, and A. Courville, Deep Learning, MIT Press, 2016.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36576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</a:rPr>
              <a:t>Crop Shift Mitigation Web Platform for Promoting Oilseed Farming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Gangadhara  |  Chandan Kumar HH  |  Navyashree 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Batch CSD_14  |  B.Tech CSE (Data Science)  |  Presidency University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794760"/>
            <a:ext cx="54864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794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Guided by: Ms. Radha K  |  Assistant Professor, Dept. of CSE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</a:rPr>
              <a:t>SIH Problem #SIH25273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Shift Mitigation - Review 4</dc:title>
  <dc:subject>PptxGenJS Presentation</dc:subject>
  <dc:creator>PptxGenJS</dc:creator>
  <cp:lastModifiedBy>PptxGenJS</cp:lastModifiedBy>
  <cp:revision>1</cp:revision>
  <dcterms:created xsi:type="dcterms:W3CDTF">2026-04-12T06:46:30Z</dcterms:created>
  <dcterms:modified xsi:type="dcterms:W3CDTF">2026-04-12T06:46:30Z</dcterms:modified>
</cp:coreProperties>
</file>